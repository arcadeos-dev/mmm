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5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984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greenwood high logo is for presentation purposes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2560320" cy="1828800"/>
          </a:xfrm>
          <a:prstGeom prst="rtTriangle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 flipV="1">
            <a:off x="6583680" y="3296351"/>
            <a:ext cx="2560320" cy="1828800"/>
          </a:xfrm>
          <a:prstGeom prst="rtTriangle">
            <a:avLst/>
          </a:prstGeom>
          <a:solidFill>
            <a:srgbClr val="7F77DD">
              <a:alpha val="15000"/>
            </a:srgbClr>
          </a:solidFill>
          <a:ln w="12700">
            <a:solidFill>
              <a:srgbClr val="7F77DD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365761"/>
            <a:ext cx="2926080" cy="2926080"/>
          </a:xfrm>
          <a:prstGeom prst="ellipse">
            <a:avLst/>
          </a:prstGeom>
          <a:solidFill>
            <a:srgbClr val="7F77DD">
              <a:alpha val="8000"/>
            </a:srgbClr>
          </a:solidFill>
          <a:ln w="12700">
            <a:solidFill>
              <a:srgbClr val="7F77DD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0" y="822961"/>
            <a:ext cx="2011680" cy="2011680"/>
          </a:xfrm>
          <a:prstGeom prst="ellipse">
            <a:avLst/>
          </a:prstGeom>
          <a:solidFill>
            <a:srgbClr val="FF6B35">
              <a:alpha val="6000"/>
            </a:srgbClr>
          </a:solidFill>
          <a:ln w="12700">
            <a:solidFill>
              <a:srgbClr val="FF6B35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2609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COVER · PANEL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34441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5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r>
              <a:rPr lang="en-US" sz="54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[Product name] </a:t>
            </a:r>
            <a:r>
              <a:rPr lang="en-US" sz="5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[verb]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3444459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Slogan of product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882" y="4179194"/>
            <a:ext cx="1738390" cy="374519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882" y="4205212"/>
            <a:ext cx="173839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1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BY SATHVIK KASTHALA</a:t>
            </a:r>
            <a:endParaRPr lang="en-US" sz="851" dirty="0"/>
          </a:p>
        </p:txBody>
      </p:sp>
      <p:sp>
        <p:nvSpPr>
          <p:cNvPr id="13" name="Shape 11"/>
          <p:cNvSpPr/>
          <p:nvPr/>
        </p:nvSpPr>
        <p:spPr>
          <a:xfrm>
            <a:off x="2176272" y="4155401"/>
            <a:ext cx="1280160" cy="398312"/>
          </a:xfrm>
          <a:prstGeom prst="roundRect">
            <a:avLst>
              <a:gd name="adj" fmla="val 50000"/>
            </a:avLst>
          </a:prstGeom>
          <a:solidFill>
            <a:srgbClr val="0B0B18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6272" y="4173013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1" b="1" kern="0" spc="15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7D</a:t>
            </a:r>
            <a:endParaRPr lang="en-US" sz="85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5120640" y="891541"/>
            <a:ext cx="3657600" cy="3657600"/>
          </a:xfrm>
          <a:prstGeom prst="ellipse">
            <a:avLst/>
          </a:prstGeom>
          <a:solidFill>
            <a:schemeClr val="bg1">
              <a:alpha val="70000"/>
            </a:schemeClr>
          </a:solidFill>
          <a:ln w="12700">
            <a:solidFill>
              <a:srgbClr val="7F77DD">
                <a:alpha val="40000"/>
              </a:srgbClr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1"/>
            <a:ext cx="54864" cy="514350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39" y="1"/>
            <a:ext cx="8695171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0B0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Redesigning innovation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1"/>
            <a:ext cx="1005840" cy="502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097281"/>
            <a:ext cx="365760" cy="50292"/>
          </a:xfrm>
          <a:prstGeom prst="rect">
            <a:avLst/>
          </a:prstGeom>
          <a:solidFill>
            <a:srgbClr val="EAE8FC"/>
          </a:solidFill>
          <a:ln w="12700">
            <a:solidFill>
              <a:srgbClr val="EAE8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61873"/>
            <a:ext cx="3931920" cy="2121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555570"/>
                </a:solidFill>
                <a:latin typeface="Corbel" panose="020B0503020204020204" pitchFamily="34" charset="0"/>
                <a:ea typeface="Calibri" pitchFamily="34" charset="-122"/>
                <a:cs typeface="Calibri" pitchFamily="34" charset="-120"/>
              </a:rPr>
              <a:t>Designed with the modern user in mind, our product combines exceptional quality with seamless usability to elevate your daily routine. By focusing on smart details and sustainable materials, we deliver a reliable solution that fits effortlessly into your lifestyle.</a:t>
            </a:r>
            <a:endParaRPr lang="en-US" sz="1400" dirty="0">
              <a:latin typeface="Corbel" panose="020B0503020204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" y="3520441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kern="0" spc="3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3858769"/>
            <a:ext cx="274320" cy="274320"/>
          </a:xfrm>
          <a:prstGeom prst="ellipse">
            <a:avLst/>
          </a:prstGeom>
          <a:solidFill>
            <a:srgbClr val="0B0B18"/>
          </a:solidFill>
          <a:ln w="12700">
            <a:solidFill>
              <a:srgbClr val="0B0B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858769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" y="3840481"/>
            <a:ext cx="4443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0B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Quality - </a:t>
            </a:r>
            <a:r>
              <a:rPr lang="en-US" sz="110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with durable, top-tier materials built to last.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224529"/>
            <a:ext cx="274320" cy="274320"/>
          </a:xfrm>
          <a:prstGeom prst="ellipse">
            <a:avLst/>
          </a:prstGeom>
          <a:solidFill>
            <a:srgbClr val="0B0B18"/>
          </a:solidFill>
          <a:ln w="12700">
            <a:solidFill>
              <a:srgbClr val="0B0B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224529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6656" y="4206241"/>
            <a:ext cx="47646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0B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Design - </a:t>
            </a:r>
            <a:r>
              <a:rPr lang="en-US" sz="110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with intuitive features for maximum ease of use.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590289"/>
            <a:ext cx="274320" cy="274320"/>
          </a:xfrm>
          <a:prstGeom prst="ellipse">
            <a:avLst/>
          </a:prstGeom>
          <a:solidFill>
            <a:srgbClr val="0B0B18"/>
          </a:solidFill>
          <a:ln w="12700">
            <a:solidFill>
              <a:srgbClr val="0B0B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590289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" y="4572001"/>
            <a:ext cx="47646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0B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Focus - </a:t>
            </a:r>
            <a:r>
              <a:rPr lang="en-US" sz="110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Responsibly sourced and created with eco-friendly practices.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9136" y="1"/>
            <a:ext cx="54864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48641"/>
            <a:ext cx="64008" cy="9601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548641"/>
            <a:ext cx="5029200" cy="960120"/>
          </a:xfrm>
          <a:prstGeom prst="rect">
            <a:avLst/>
          </a:prstGeom>
          <a:solidFill>
            <a:srgbClr val="FFF8F5"/>
          </a:solidFill>
          <a:ln w="12700">
            <a:solidFill>
              <a:srgbClr val="FFD4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94361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200" i="1" dirty="0">
                <a:solidFill>
                  <a:srgbClr val="5A3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completely </a:t>
            </a:r>
            <a:r>
              <a:rPr lang="en-US" sz="1200" i="1" dirty="0" err="1">
                <a:solidFill>
                  <a:srgbClr val="5A3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revolutionises</a:t>
            </a:r>
            <a:r>
              <a:rPr lang="en-US" sz="1200" i="1" dirty="0">
                <a:solidFill>
                  <a:srgbClr val="5A3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how I manage my daily schedule. The ease of use and reliability make it an absolute game-changer.."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298449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100" dirty="0">
                <a:solidFill>
                  <a:srgbClr val="AA7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Past participant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9"/>
            <a:ext cx="2468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E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719073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0B0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2176273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kern="0" spc="15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CUSTOMERS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063240" y="1664209"/>
            <a:ext cx="2468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E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63240" y="1719073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0B0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4.9★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063240" y="2176273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kern="0" spc="15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2697481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THIS?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926081"/>
            <a:ext cx="601572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 is built to tackle daily frustrations head-on. By combining high-grade materials with an intuitive user experience, we ensure that you get reliable, long-lasting performance without any unnecessary complexity.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1"/>
            <a:ext cx="8412480" cy="1188720"/>
          </a:xfrm>
          <a:prstGeom prst="rect">
            <a:avLst/>
          </a:prstGeom>
          <a:solidFill>
            <a:srgbClr val="0B0B18"/>
          </a:solidFill>
          <a:ln w="12700">
            <a:solidFill>
              <a:srgbClr val="0B0B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49041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1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606040" y="4023361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4023361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1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NOW</a:t>
            </a:r>
            <a:endParaRPr lang="en-US" sz="851" dirty="0"/>
          </a:p>
        </p:txBody>
      </p:sp>
      <p:sp>
        <p:nvSpPr>
          <p:cNvPr id="21" name="Text 19"/>
          <p:cNvSpPr/>
          <p:nvPr/>
        </p:nvSpPr>
        <p:spPr>
          <a:xfrm>
            <a:off x="4663440" y="3749041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moneysuckingvacuumcleaner@scammers.com</a:t>
            </a:r>
            <a:endParaRPr lang="en-US" sz="1051" dirty="0"/>
          </a:p>
        </p:txBody>
      </p:sp>
      <p:sp>
        <p:nvSpPr>
          <p:cNvPr id="22" name="Text 20"/>
          <p:cNvSpPr/>
          <p:nvPr/>
        </p:nvSpPr>
        <p:spPr>
          <a:xfrm>
            <a:off x="4663440" y="4069081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+91 676767676767</a:t>
            </a:r>
            <a:endParaRPr lang="en-US" sz="1051" dirty="0"/>
          </a:p>
        </p:txBody>
      </p:sp>
      <p:sp>
        <p:nvSpPr>
          <p:cNvPr id="23" name="Text 21"/>
          <p:cNvSpPr/>
          <p:nvPr/>
        </p:nvSpPr>
        <p:spPr>
          <a:xfrm>
            <a:off x="4663440" y="4389121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www.greenwoodhigh.edu.in</a:t>
            </a:r>
            <a:endParaRPr lang="en-US" sz="105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4714</TotalTime>
  <Words>219</Words>
  <Application>Microsoft Office PowerPoint</Application>
  <PresentationFormat>On-screen Show (16:9)</PresentationFormat>
  <Paragraphs>32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Corbel</vt:lpstr>
      <vt:lpstr>Georgia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it Up – Brochure Template</dc:title>
  <dc:subject>PptxGenJS Presentation</dc:subject>
  <dc:creator>PptxGenJS</dc:creator>
  <cp:lastModifiedBy>SATHVIK KASTHALA</cp:lastModifiedBy>
  <cp:revision>3</cp:revision>
  <dcterms:created xsi:type="dcterms:W3CDTF">2026-06-03T11:38:13Z</dcterms:created>
  <dcterms:modified xsi:type="dcterms:W3CDTF">2026-06-21T16:21:52Z</dcterms:modified>
</cp:coreProperties>
</file>